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0" name="Google Shape;60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6987"/>
            <a:ext cx="9144000" cy="686276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285750" y="285750"/>
            <a:ext cx="214312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DDB CREATIVE BRIEF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428875" y="309562"/>
            <a:ext cx="85725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714750" y="309562"/>
            <a:ext cx="16430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Nombre del Brief: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143625" y="285750"/>
            <a:ext cx="857250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Job number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715250" y="309562"/>
            <a:ext cx="16430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Fecha: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285750" y="1069975"/>
            <a:ext cx="2857500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¿Por qué hacemos este Brief?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285750" y="738187"/>
            <a:ext cx="2143125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SITUACIÓN 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285750" y="2357437"/>
            <a:ext cx="2857500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Marca  y Producto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285750" y="4500562"/>
            <a:ext cx="2857500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3714750" y="730250"/>
            <a:ext cx="1428750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HISTORIA  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5357812" y="738187"/>
            <a:ext cx="1428750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PENSAMIENTO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7000875" y="738187"/>
            <a:ext cx="1428750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6929437" y="1071562"/>
            <a:ext cx="1500187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 de medir resultados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7000875" y="2571750"/>
            <a:ext cx="1500187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Acción deseada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6929437" y="5070475"/>
            <a:ext cx="1928812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Cuando y Donde estarán receptivos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395287" y="1357312"/>
            <a:ext cx="3024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Porque queremos dar a conocer a ORC como un club de rugby y so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5435600" y="3573462"/>
            <a:ext cx="12969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ESCUELA DE AMIGOS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7092950" y="2852737"/>
            <a:ext cx="1655762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Piensen en ORC como un club que brinda mas que un deporte.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Sientan en la importancia del rugby como formación en la vida.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Hagan: que se comprometan con los valores del ORC y del rugby.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7019925" y="5300662"/>
            <a:ext cx="1655762" cy="63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Cuando esten solos jugando a un videojuego.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Cuando sus padres sientan que estan deprimidos por no ser aceptados,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3779837" y="1052512"/>
            <a:ext cx="1296987" cy="1492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viejito que hace 70 años comenzó a jugar al rugby en Olivos y aun sigue juntándose en el club con sus amigos del rugby. Aprendieron  a valorar y fortalecer la amistad, y a pesar de haber dejado de practicar el deporte por cuestiones de edad sigue vivo el lazo con quienes compartió buenos y malos momentos.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" y="0"/>
            <a:ext cx="913606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285750" y="285750"/>
            <a:ext cx="214312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DDB CREATIVE BRIEF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2428875" y="309562"/>
            <a:ext cx="85725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3714750" y="309562"/>
            <a:ext cx="16430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Nombre del Brief: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143625" y="285750"/>
            <a:ext cx="857250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Job number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7715250" y="309562"/>
            <a:ext cx="16430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Fecha: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285750" y="785812"/>
            <a:ext cx="2857500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Especificaciones legales y de negocio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3214687" y="784225"/>
            <a:ext cx="2500312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Especificaciones creativas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143625" y="785812"/>
            <a:ext cx="2500312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Especificaciones de medios/ técnicas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285750" y="4784725"/>
            <a:ext cx="2500312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Adicional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143625" y="4786312"/>
            <a:ext cx="2500312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Aprobaciones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